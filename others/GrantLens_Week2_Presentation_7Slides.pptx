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CSE299 SENIOR DESIGN PROJECT • SECTION 3 • GROUP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GrantLens: Week 2 Technical Architecture</a:t>
            </a:r>
          </a:p>
          <a:p>
            <a:pPr>
              <a:defRPr sz="1300">
                <a:solidFill>
                  <a:srgbClr val="38BDF8"/>
                </a:solidFill>
                <a:latin typeface="Arial"/>
              </a:defRPr>
            </a:pPr>
            <a:r>
              <a:t>From Scaffolding to Containerized Asynchronous PDF Ingestion, Auth Probing &amp; Compliance Auditing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88920"/>
            <a:ext cx="2331720" cy="14630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92608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Hasin Anzum Inan</a:t>
            </a:r>
          </a:p>
          <a:p>
            <a:pPr>
              <a:defRPr sz="1000">
                <a:solidFill>
                  <a:srgbClr val="F97316"/>
                </a:solidFill>
              </a:defRPr>
            </a:pPr>
            <a:r>
              <a:t>ID: 2323133042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PDF Ingestion &amp;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788920"/>
            <a:ext cx="2331720" cy="14630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92608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Anas Ibne Majbha</a:t>
            </a:r>
          </a:p>
          <a:p>
            <a:pPr>
              <a:defRPr sz="1000">
                <a:solidFill>
                  <a:srgbClr val="F97316"/>
                </a:solidFill>
              </a:defRPr>
            </a:pPr>
            <a:r>
              <a:t>ID: 2322846642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Backend Core &amp; API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88920"/>
            <a:ext cx="2331720" cy="14630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92608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Tazreen Alam</a:t>
            </a:r>
          </a:p>
          <a:p>
            <a:pPr>
              <a:defRPr sz="1000">
                <a:solidFill>
                  <a:srgbClr val="F97316"/>
                </a:solidFill>
              </a:defRPr>
            </a:pPr>
            <a:r>
              <a:t>ID: 2321506042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Researcher Portal (FE &amp; BE)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788920"/>
            <a:ext cx="2331720" cy="14630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92608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Israt Jahan Susmi</a:t>
            </a:r>
          </a:p>
          <a:p>
            <a:pPr>
              <a:defRPr sz="1000">
                <a:solidFill>
                  <a:srgbClr val="F97316"/>
                </a:solidFill>
              </a:defRPr>
            </a:pPr>
            <a:r>
              <a:t>ID: 2112280642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Docker &amp; PostgreSQL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Week 2 Core Engineering Milestones Completed: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Dockerized Development Stack: PostgreSQL 16 + FastAPI web container with native C++ compilation headers.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SQLAlchemy 2.0 Async ORM: 6 normalized relational models with UUID primary keys &amp; JSONB geometry storage.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Dual-Document Extraction: PyMuPDF for sub-millimeter margins/font sizes + pdfplumber for budget tables.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Researcher Portal &amp; Security: Bcrypt + JWT auth, /auth/me auto-validation probe, and pre-flight compliance audits.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INFRASTRUCTURE &amp;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Docker Multi-Container &amp; Async Database Connection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8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&gt; docker-compose.yml &amp; database.py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530352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# docker-compose.yml: Microservice Orchestration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db: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image: postgres:16-alpine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container_name: grantlens_postgres_db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environment: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POSTGRES_USER: grantlens_admin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POSTGRES_PASSWORD: secure_grant_pwd_962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POSTGRES_DB: grantlens_db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ports: ["5432:5432"]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volumes: [ pg_data:/var/lib/postgresql/data ]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healthcheck: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test: ["CMD-SHELL", "pg_isready -U grantlens_admin -d grantlens_db"]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web: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build: { context: ./backend, dockerfile: Dockerfile }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container_name: grantlens_fastapi_web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command: uvicorn main:app --host 0.0.0.0 --port 8000 --reload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ports: ["8000:8000"]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depends_on: { db: { condition: service_healthy } }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# backend/database.py: Async Pool Initialization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engine = create_async_engine(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DATABASE_URL, pool_size=20, max_overflow=10, pool_pre_ping=True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AsyncSessionLocal = async_sessionmaker(bind=engine, class_=AsyncSession)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4846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⚡ IMPACT ON WEBSITE &amp; USER EXPERIENCE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How Containerized Infrastructure Impacts the Site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Zero Environment Drift: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Runs identical Python 3.11 Debian environment with native libmupdf-dev and zlib1g-dev packages compiled in container.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Self-Healing Boot Sequence: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Health check conditions prevent FastAPI from booting until PostgreSQL 16 is verified healthy via pg_isready.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Non-Blocking UI Concurrency: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Asyncpg connection pool handles heavy document writes without blocking other concurrent user interactions.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Persistent Audit History: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Docker named volume (pg_data) ensures users, submissions, and compliance reports persist across reboots.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SQLAlchemy 2.0 Relational Models &amp; UUID Compliance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8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&gt; backend/models.py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530352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# backend/models.py: Normalized Relational Entities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class GrantSubmission(Base):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__tablename__ = "grant_submissions"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id: Mapped[uuid.UUID] = mapped_column(UUID(as_uuid=True), primary_key=True, default=uuid.uuid4)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user_id: Mapped[uuid.UUID] = mapped_column(ForeignKey("users.id", ondelete="CASCADE"))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title: Mapped[str] = mapped_column(String(500))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funding_agency: Mapped[str] = mapped_column(String(255), index=True)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status: Mapped[str] = mapped_column(String(50), default="INGESTED")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documents: Mapped[List["Document"]] = relationship(cascade="all, delete-orphan")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audit_reports: Mapped[List["AuditReport"]] = relationship(cascade="all, delete-orphan")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budget_items: Mapped[List["BudgetLineItem"]] = relationship(cascade="all, delete-orphan")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class AuditReport(Base):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__tablename__ = "audit_reports"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total_score: Mapped[float] = mapped_column(Float, default=100.0)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status: Mapped[AuditStatus] = mapped_column(Enum(AuditStatus))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institutional_signoff_ready: Mapped[bool] = mapped_column(Boolean, default=False)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findings: Mapped[List["AuditFinding"]] = relationship(cascade="all, delete-orphan")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4846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⚡ IMPACT ON WEBSITE &amp; USER EXPERIENCE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How Relational Modeling Impacts the Site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Audit Trail Traceability: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Every uploaded grant proposal maintains a permanent relational link to its exact audit findings and parsed budget sheets.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UUID Security &amp; Anti-Enumeration: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Using UUIDv4 IDs prevents malicious users from guessing URLs like /submissions/1, protecting confidential proposals.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Automated Cascade Deletions: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Deleting a draft grant cleanly removes orphaned documents, findings, and budget rows, keeping storage optimized.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JSONB Geometry Indexing: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Raw bounding boxes and font family distribution maps are saved in JSONB columns for instantaneous dashboard recall.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DOCUMENT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Dual-Document Ingestion: PyMuPDF Geometry &amp; pdfplumber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8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&gt; backend/ingestion_service.py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530352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# backend/ingestion_service.py: Sub-Millimeter Geometry &amp; Table Extraction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class DocumentIngestionService: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@classmethod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def _extract_pymupdf_geometry(cls, file_bytes: bytes):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doc = fitz.open(stream=file_bytes, filetype="pdf")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for page in doc: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for block in page.get_text("dict").get("blocks", []):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for line in block.get("lines", []):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for span in line.get("spans", []):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    font_size = round(span.get("size", 10.0), 2)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    font_counts[(span.get("font"), font_size)] += len(span.get("text"))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    # Margin Bounds Calculation (72 pt = 1.0 inch)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    bbox = span.get("bbox")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    if bbox: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        min_top = min(min_top, bbox[1] / 72.0)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        min_left = min(min_left, bbox[0] / 72.0)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@classmethod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def _extract_pdfplumber_tables(cls, file_bytes: bytes):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with pdfplumber.open(io.BytesIO(file_bytes)) as pdf: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for page in pdf.pages: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for table in page.extract_tables():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        # Cleans noisy currency rows &amp; parses personnel/equipment costs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4846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⚡ IMPACT ON WEBSITE &amp; USER EXPERIENCE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How Dual Ingestion Impacts the Site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Sub-Millimeter Margin Verification: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Automatically flags margins tighter than 0.75-1.0 inch, preventing automatic federal desk-rejections.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Microscopic Font Size Scanner: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Catches 8.5 pt footnotes and caption violations across thousands of text spans in under 1.5 seconds.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Automatic Financial Line-Items: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Converts unstructured PDF tables into clean numbers, populating the '$185,000 Reconciled Budget' tile.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Asynchronous Thread Offloading: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CPU-heavy C parsing runs via asyncio.to_thread, ensuring the UI never lags during file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SECURITY &amp; AUTH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Bcrypt Hashing, RFC 6749 JWT Tokens &amp; /auth/me Session Probing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8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&gt; backend/auth.py &amp; routes.py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530352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# backend/auth.py &amp; routes.py: Password Security &amp; Session Validation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oauth2_scheme = OAuth2PasswordBearer(tokenUrl="/api/v1/auth/login")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def get_password_hash(password: str) -&gt; str: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return bcrypt.hashpw(password.encode("utf-8")[:72], bcrypt.gensalt()).decode("utf-8")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def verify_password(plain_password: str, hashed_password: str) -&gt; bool: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return bcrypt.checkpw(plain_password.encode("utf-8")[:72], hashed_password.encode("utf-8"))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def create_access_token(data: dict) -&gt; str: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expire = datetime.now(timezone.utc) + timedelta(minutes=60)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return jwt.encode({**data, "exp": expire, "type": "access"}, SECRET_KEY, algorithm="HS256")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# Real-time session probe for frontend auto-validation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@router.get("/auth/me", response_model=UserResponse)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async def get_current_user_profile(current_user: User = Depends(get_current_user)):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return current_user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4846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⚡ IMPACT ON WEBSITE &amp; USER EXPERIENCE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How Security Architecture Impacts the Site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FERPA &amp; Data Protection Compliance: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Direct native Bcrypt encryption (12 rounds) eliminates legacy passlib bugs and protects researcher credentials.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Automatic Session Validation (/auth/me):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Frontend validates token against backend on page mount; automatically purges expired tokens to prevent 401 lockouts.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Private Scoped Submissions: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Proposals, drafts, and compliance audits are strictly scoped to the authenticated researcher's UUID.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Stateless OAuth2 Bearer Auth: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RFC 6749 tokens allow seamless API interactions while supporting institutional SSO federation stubs.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COMPLIANCE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Pre-Flight Heuristic Audit Scanner: Red, Yellow &amp; Green Risk Flags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8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&gt; backend/routes.py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530352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# backend/routes.py: Pre-Flight Rule Evaluation Engine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@router.post("/submissions/upload", response_model=SubmissionUploadResponse)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async def upload_and_ingest_grant(...):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findings = []; audit_score = 100.0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# Rule 1: Font Size Check (Minimum 10.0 pt for NSF/NIH)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if proposal_ingest.min_font_size &lt; 10.0: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audit_score -= 25.0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findings.append(AuditFinding(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severity=FindingSeverity.RED, category=FindingCategory.FONT_MARGIN,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message=f"Non-compliant font size ({proposal_ingest.min_font_size} pt). Minimum is 10 pt.",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remediation_advice="Reformat sub-captions/footnotes to &gt;=10 pt Arial or 11 pt Times."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))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# Rule 2: Margin Threshold Check (&gt;= 0.75 in on all sides)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if margins["left_in"] &lt; 0.75 or margins["top_in"] &lt; 0.75: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audit_score -= 20.0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findings.append(AuditFinding(severity=FindingSeverity.RED, ...))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# Rule 3: Required Sections Screening (References, Budget)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for sec in ["references", "budget justification"]: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if sec not in proposal_ingest.sections_detected: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audit_score -= 10.0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      findings.append(AuditFinding(severity=FindingSeverity.YELLOW, ...))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4846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⚡ IMPACT ON WEBSITE &amp; USER EXPERIENCE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How Compliance Engine Impacts the Site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Color-Coded Risk Flag Cards: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Renders RED alert cards for fatal desk-rejection violations and YELLOW cards for administrative review items.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Real-Time Compliance Score Meter: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Dynamically updates score indicator (0-100%) in green (&gt;=80%) or yellow (&lt;80%) with institutional sign-off status.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Actionable Remediation Guidance: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Every flagged violation includes concrete advice on how to fix the manuscript prior to submission.</a:t>
            </a:r>
          </a:p>
          <a:p>
            <a:pPr>
              <a:defRPr sz="919" b="1">
                <a:solidFill>
                  <a:srgbClr val="38BDF8"/>
                </a:solidFill>
                <a:latin typeface="Arial"/>
              </a:defRPr>
            </a:pPr>
            <a:r>
              <a:t>• Cross-Agency Rule Enforcer: 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   Applies federal solicitation constraints (e.g. NSF PAPPG 24-500) deterministically without hallucination.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UI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Researcher Portal Workspace, Live Demo &amp; Case Study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8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&gt; App.jsx &amp; SubmissionPortal.jsx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530352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// frontend/src/App.jsx &amp; SubmissionPortal.jsx: Self-Healing UI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// 1. App.jsx validates session on initial mount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useEffect(() =&gt; {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const validateSession = async () =&gt; {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const token = localStorage.getItem('grantlens_token');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if (!token) return;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const res = await fetch(`${API_BASE}/api/v1/auth/me`, {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headers: { 'Authorization': `Bearer ${token}` }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});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if (!res.ok) { handleSignOut(); } // Purge expired token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};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validateSession();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}, []);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// 2. SubmissionPortal.jsx: Interactive Error Recovery Banner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{error &amp;&amp; (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&lt;div className="p-4 rounded-xl bg-red-500/10 border border-red-500/30 flex justify-between"&gt;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&lt;span&gt;{error}&lt;/span&gt;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{error.includes('expired') &amp;&amp; (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  &lt;button onClick={onSignOut}&gt;Sign Out &amp; Re-Login&lt;/button&gt;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  )}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  &lt;/div&gt;</a:t>
            </a:r>
          </a:p>
          <a:p>
            <a:pPr>
              <a:defRPr sz="800">
                <a:solidFill>
                  <a:srgbClr val="E2E8F0"/>
                </a:solidFill>
                <a:latin typeface="Consolas"/>
              </a:defRPr>
            </a:pPr>
            <a:r>
              <a:t>)}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76495" cy="4846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4192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✓ LIVE VALIDATION &amp; DEMO ACCESS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Verified End-to-End Case Study: NSF 24-500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Solicitation Processed: NSF_24-500_Sample_Solicitation.pdf (1 Page)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Proposal Processed: Draft_Grant_Proposal_Manuscript.pdf (2 Pages)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Extracted Budget: $185,000.00 across itemized personnel rows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Audit Compliance Score: 75.0% / 100% (Outcome: FAILED)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Detected Finding: [RED] Non-compliant 8.5 pt font in footnote (Violates 10 pt federal rule).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Institutional Sign-off: ACTION REQUIRED BEFORE SRO CLEARANCE</a:t>
            </a:r>
          </a:p>
          <a:p>
            <a:br/>
            <a:pPr>
              <a:defRPr b="1" sz="950">
                <a:solidFill>
                  <a:srgbClr val="F97316"/>
                </a:solidFill>
              </a:defRPr>
            </a:pPr>
            <a:r>
              <a:t>🔑 Live Demo Account (Tested &amp; Active):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   Email: researcher@grantlens.dev | Password: Password123!</a:t>
            </a:r>
            <a:br/>
            <a:r>
              <a:t>   Website: http://localhost:5173/ | API: http://localhost:8000/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