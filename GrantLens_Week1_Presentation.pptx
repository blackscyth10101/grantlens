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5912" cy="4114800"/>
          </a:xfrm>
          <a:prstGeom prst="roundRect">
            <a:avLst/>
          </a:prstGeom>
          <a:solidFill>
            <a:srgbClr val="0F1626"/>
          </a:solidFill>
          <a:ln w="190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97316"/>
                </a:solidFill>
                <a:latin typeface="Arial"/>
              </a:defRPr>
            </a:pPr>
            <a:r>
              <a:t>GRANTLENS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Arial"/>
              </a:defRPr>
            </a:pPr>
            <a:r>
              <a:t>AI Grant Auditing and Evaluation Platform</a:t>
            </a:r>
          </a:p>
          <a:p>
            <a:pPr>
              <a:spcBef>
                <a:spcPts val="16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Week 1 Milestone Report: Full-Stack Architecture, Client-Server Handshake &amp; Core UI</a:t>
            </a:r>
          </a:p>
          <a:p>
            <a:pPr>
              <a:spcBef>
                <a:spcPts val="24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Stack: React.js (Vite) • Tailwind CSS • Django 6.1 (DRF) • CORS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GRANTLENS • CAPSTONE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Week 1 Deliverables &amp; Technical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96012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97316"/>
                </a:solidFill>
              </a:defRPr>
            </a:pPr>
            <a:r>
              <a:rPr dirty="0"/>
              <a:t>1. Frontend Foundation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rPr dirty="0"/>
              <a:t>Scaffolded React with Vite for sub-second build times; implemented Tailwind CSS for responsive dark-mode styling.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5912" cy="96012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2. Backend API Service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Initialized Django 6.1 with Django REST Framework (DRF) to serve structured JSON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5912" cy="96012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97316"/>
                </a:solidFill>
              </a:defRPr>
            </a:pPr>
            <a:r>
              <a:t>3. Client-Server Handshake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Configured django-cors-headers to eliminate Cross-Origin Resource Sharing (CORS) security blocks between Port 5173 and Port 8000.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25912" cy="96012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4. Real-World Scope Boundary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Intentionally isolated Week 1 to connection architecture and UI layout, leaving parsing pipelines for Week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GRANTLENS • CAPSTONE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Frontend Implementation: React.js + Tailwind CSS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Key Frontend Mechanics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• Vite Tooling: Replaced heavy Webpack configurations with native browser ES modules, achieving 340ms production builds.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• Tailwind Design System: Custom tokens for Obsidian backgrounds (#070A12) and amber brand accents (#F97316).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• React Hook Lifecycle: Used useEffect to trigger fetch() on initial render and useState to manage live backend status.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• Defensive UI Rendering: Graceful fallback metrics display if the server is offline or reconnecting.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0B0F19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src/App.jsx (Client-Side Fetch)</a:t>
            </a:r>
          </a:p>
          <a:p>
            <a:pPr>
              <a:spcBef>
                <a:spcPts val="800"/>
              </a:spcBef>
              <a:defRPr sz="1100">
                <a:solidFill>
                  <a:srgbClr val="10B981"/>
                </a:solidFill>
                <a:latin typeface="Consolas"/>
              </a:defRPr>
            </a:pPr>
            <a:r>
              <a:t>// 1. Component State</a:t>
            </a:r>
            <a:br/>
            <a:r>
              <a:t>const [backendStatus, setBackendStatus] = useState({</a:t>
            </a:r>
            <a:br/>
            <a:r>
              <a:t>  connected: false, loading: true, data: null</a:t>
            </a:r>
            <a:br/>
            <a:r>
              <a:t>});</a:t>
            </a:r>
            <a:br/>
            <a:br/>
            <a:r>
              <a:t>// 2. Async API Handshake</a:t>
            </a:r>
            <a:br/>
            <a:r>
              <a:t>const checkBackend = async () =&gt; {</a:t>
            </a:r>
            <a:br/>
            <a:r>
              <a:t>  try {</a:t>
            </a:r>
            <a:br/>
            <a:r>
              <a:t>    const res = await fetch(</a:t>
            </a:r>
            <a:br/>
            <a:r>
              <a:t>      'http://127.0.0.1:8000/api/status/'</a:t>
            </a:r>
            <a:br/>
            <a:r>
              <a:t>    );</a:t>
            </a:r>
            <a:br/>
            <a:r>
              <a:t>    const data = await res.json();</a:t>
            </a:r>
            <a:br/>
            <a:r>
              <a:t>    setBackendStatus({ connected: true, data });</a:t>
            </a:r>
            <a:br/>
            <a:r>
              <a:t>  } catch {</a:t>
            </a:r>
            <a:br/>
            <a:r>
              <a:t>    setBackendStatus({ connected: false });</a:t>
            </a:r>
            <a:br/>
            <a:r>
              <a:t>  }</a:t>
            </a:r>
            <a:br/>
            <a:r>
              <a:t>};</a:t>
            </a:r>
            <a:br/>
            <a:br/>
            <a:r>
              <a:t>// 3. Mount Lifecycle</a:t>
            </a:r>
            <a:br/>
            <a:r>
              <a:t>useEffect(() =&gt; { checkBackend(); }, []);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GRANTLENS • CAPSTONE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Backend Implementation: Django REST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Why Django &amp; DRF for GrantLens?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• AI Ecosystem Cohesion: Django runs directly on Python, allowing seamless integration with PyMuPDF, ChromaDB, and LangChain in Weeks 2 &amp; 3.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• Clean REST Abstractions: Using the @api_view(['GET']) decorator eliminates boilerplate and serializes python dicts to JSON.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• Status Endpoint (/api/status/): Exposes platform metrics (solicitations count, evaluated audits, average score).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• Lightweight &amp; Extensible: Minimal app overhead with clean url routing in grantlens_backend/urls.py.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0B0F19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backend/grantlens_backend/urls.py</a:t>
            </a:r>
          </a:p>
          <a:p>
            <a:pPr>
              <a:spcBef>
                <a:spcPts val="800"/>
              </a:spcBef>
              <a:defRPr sz="1050">
                <a:solidFill>
                  <a:srgbClr val="F97316"/>
                </a:solidFill>
                <a:latin typeface="Consolas"/>
              </a:defRPr>
            </a:pPr>
            <a:r>
              <a:t>from rest_framework.decorators import api_view</a:t>
            </a:r>
            <a:br/>
            <a:r>
              <a:t>from rest_framework.response import Response</a:t>
            </a:r>
            <a:br/>
            <a:r>
              <a:t>from datetime import datetime</a:t>
            </a:r>
            <a:br/>
            <a:br/>
            <a:r>
              <a:t>@api_view(['GET'])</a:t>
            </a:r>
            <a:br/>
            <a:r>
              <a:t>def api_status(request):</a:t>
            </a:r>
            <a:br/>
            <a:r>
              <a:t>    return Response({</a:t>
            </a:r>
            <a:br/>
            <a:r>
              <a:t>        'status': 'online',</a:t>
            </a:r>
            <a:br/>
            <a:r>
              <a:t>        'service': 'GrantLens Compliance Engine',</a:t>
            </a:r>
            <a:br/>
            <a:r>
              <a:t>        'solicitations_count': 2,</a:t>
            </a:r>
            <a:br/>
            <a:r>
              <a:t>        'solicitations_detail': 'NSF 24-500 • NIH R01',</a:t>
            </a:r>
            <a:br/>
            <a:r>
              <a:t>        'proposals_count': 3,</a:t>
            </a:r>
            <a:br/>
            <a:r>
              <a:t>        'audits_completed': 2,</a:t>
            </a:r>
            <a:br/>
            <a:r>
              <a:t>        'average_score': 96.2,</a:t>
            </a:r>
            <a:br/>
            <a:r>
              <a:t>        'timestamp': datetime.now().strftime('%H:%M:%S')</a:t>
            </a:r>
            <a:br/>
            <a:r>
              <a:t>    })</a:t>
            </a:r>
            <a:br/>
            <a:br/>
            <a:r>
              <a:t>urlpatterns = [</a:t>
            </a:r>
            <a:br/>
            <a:r>
              <a:t>    path('api/status/', api_status),</a:t>
            </a:r>
            <a:br/>
            <a: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GRANTLENS • CAPSTONE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Connectivity Bridge: Solving CORS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92024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Browser Security: The Same-Origin Policy</a:t>
            </a:r>
          </a:p>
          <a:p>
            <a:pPr>
              <a:spcBef>
                <a:spcPts val="1000"/>
              </a:spcBef>
              <a:defRPr sz="1200">
                <a:solidFill>
                  <a:srgbClr val="10B981"/>
                </a:solidFill>
                <a:latin typeface="Consolas"/>
              </a:defRPr>
            </a:pPr>
            <a:r>
              <a:t>[Frontend: React / Vite]              HTTP GET /api/status/              [Backend: Django DRF]</a:t>
            </a:r>
            <a:br/>
            <a:r>
              <a:t>Origin: http://localhost:5173  ───────────────────────────────────►    Host: http://127.0.0.1:8000</a:t>
            </a:r>
            <a:br/>
            <a:r>
              <a:t>Status: 🟢 Connected          ◄───────────────────────────────────    CORS Headers: Access-Control-Allow-Origin: 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725912" cy="237744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Why CORS Was Crucial &amp; How We Solved It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The Browser Barrier: Modern browsers prevent Javascript on port 5173 from reading responses from port 8000 unless explicit permission headers are returned.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django-cors-headers: We installed and registered corsheaders in INSTALLED_APPS and added CorsMiddleware at the top of MIDDLEWARE.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CORS_ALLOW_ALL_ORIGINS = True: Configured during development to permit instant API handshake with the Vite development server.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Result: Client performs non-blocking asynchronous REST requests with HTTP 200 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GRANTLENS • CAPSTONE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Interface Walkthrough: What the User Experiences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1. Live Status Pill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Header displays a green pulsing dot 'Backend: Connected (Django)' proving live server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201168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Hero Section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Clear presentation stating 'Federal-grade Grant Compliance Feedback Instantly' with academic trust badges.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29000" cy="201168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Mock Workspace Bar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Simulates the app environment (app.grantlens.ai/audit-workspace) with an instant sync Refresh trigger.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29000" cy="201168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4. 4 Metric Tiles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Directly binds Django API data: 2 Solicitations, 3 Proposals Ingested, 2 Audits Completed, 96.2 Rubric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429000" cy="201168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5. Upload Dropzone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Clear UI affordance for PDF/DOCX ingestion with an honest 'In Progress (Week 2)' status marker.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429000" cy="201168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6. Academic Footer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Non-affiliation notice clarifying independent assistance for NSF and NIH research investigators.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GRANTLENS • CAPSTONE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Core Engineering Lessons Learned in Week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96012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97316"/>
                </a:solidFill>
              </a:defRPr>
            </a:pPr>
            <a:r>
              <a:t>Decoupled Client-Server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Maintaining strict boundaries between UI rendering and business logic prevents monolithic spaghetti code and allows parallel frontend/backend development.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5912" cy="96012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Modern Build Tooling (Vite vs. Legacy)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Experienced the immense productivity gains of ESBuild and Vite HMR over older toolchains, speeding up frontend iteration cycles to sub-seconds.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5912" cy="96012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97316"/>
                </a:solidFill>
              </a:defRPr>
            </a:pPr>
            <a:r>
              <a:t>CORS &amp; Preflight Requests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Gained deep understanding of how browser security models enforce cross-origin safety and how HTTP OPTIONS headers negotiate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25912" cy="96012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Component Design Tokens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Learned how utility-first CSS frameworks like Tailwind enable cohesive, maintainable design systems across complex interfaces.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GRANTLENS • CAPSTONE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Technical Challenges &amp; Engineering Resolutions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32588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97316"/>
                </a:solidFill>
              </a:defRPr>
            </a:pPr>
            <a:r>
              <a:t>Challenge 1: Tailwind CSS v4 vs. v3 PostCSS Compatibility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Issue: When initializing Tailwind, the latest package defaulted to v4 which shifted PostCSS integration.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Fix: Resolution: Pinned tailwindcss@^3.4.17 with PostCSS and Autoprefixer, ensuring predictable configuration via tailwind.config.js.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725912" cy="132588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Challenge 2: Cross-Origin Fetch Blockade (CORS)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Issue: Browser blocked React from reaching the Django server on 127.0.0.1:8000 due to differing ports.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Fix: Resolution: Configured django-cors-headers, placing CorsMiddleware at the very top of the Django middleware stack.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725912" cy="132588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97316"/>
                </a:solidFill>
              </a:defRPr>
            </a:pPr>
            <a:r>
              <a:t>Challenge 3: Balancing Scope (Avoiding Feature Creep)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Issue: Temptation to build mock ingestion and scoring algorithms before establishing clean infrastructure.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Fix: Resolution: Enforced strict milestone boundaries. Delivered a connected foundation and marked Week 2 scope as 'In Progress'.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GRANTLENS • CAPSTONE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Next Steps: What We Are Building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Week 2: Document Ingestion Pipeline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Implement PyMuPDF (fitz) for typographic hierarchy and layout trees.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Implement pdfplumber for multi-column financial budget extraction.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Create backend upload endpoints accepting PDF and DOCX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448056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Week 2: PostgreSQL Relational Database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Design relational schemas for Agency Rules, Proposals, Sections, and Tables.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Model compliance constraints for NSF PAPPG 24-1 and NIH SF424.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Implement Django ORM models with migrations.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29000" cy="448056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Week 3: Vector Store &amp; Gemini RAG Pipeline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Embed federal solicitation rulebooks into ChromaDB.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Build LangChain orchestration pipeline with Google Gemini API.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• Enable strict paragraph-grounded Q&amp;A with zero hallucination.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GRANTLENS • CAPSTONE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Summary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4480560"/>
          </a:xfrm>
          <a:prstGeom prst="roundRect">
            <a:avLst/>
          </a:prstGeom>
          <a:solidFill>
            <a:srgbClr val="0F16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Week 1 Foundation Complete</a:t>
            </a:r>
          </a:p>
          <a:p>
            <a:pPr>
              <a:spcBef>
                <a:spcPts val="1200"/>
              </a:spcBef>
              <a:defRPr sz="1400">
                <a:solidFill>
                  <a:srgbClr val="CBD5E1"/>
                </a:solidFill>
              </a:defRPr>
            </a:pPr>
            <a:r>
              <a:t>✅ Solid Full-Stack Core: Successfully married React (Vite) and Django REST Framework into a cohesive monorepo.</a:t>
            </a:r>
          </a:p>
          <a:p>
            <a:pPr>
              <a:spcBef>
                <a:spcPts val="1200"/>
              </a:spcBef>
              <a:defRPr sz="1400">
                <a:solidFill>
                  <a:srgbClr val="CBD5E1"/>
                </a:solidFill>
              </a:defRPr>
            </a:pPr>
            <a:r>
              <a:t>✅ Active Client-Server Communication: Verified asynchronous REST API data binding over CORS.</a:t>
            </a:r>
          </a:p>
          <a:p>
            <a:pPr>
              <a:spcBef>
                <a:spcPts val="1200"/>
              </a:spcBef>
              <a:defRPr sz="1400">
                <a:solidFill>
                  <a:srgbClr val="CBD5E1"/>
                </a:solidFill>
              </a:defRPr>
            </a:pPr>
            <a:r>
              <a:t>✅ Clean Academic Presentation: Delivered an authentic, professional UI reflecting GrantLens's real mission.</a:t>
            </a:r>
          </a:p>
          <a:p>
            <a:pPr>
              <a:spcBef>
                <a:spcPts val="1200"/>
              </a:spcBef>
              <a:defRPr sz="1400">
                <a:solidFill>
                  <a:srgbClr val="CBD5E1"/>
                </a:solidFill>
              </a:defRPr>
            </a:pPr>
            <a:r>
              <a:t>✅ Prepared for AI Ingestion: Python environment primed with PyMuPDF, ready for Week 2 document parsing pipelines.</a:t>
            </a:r>
          </a:p>
          <a:p>
            <a:pPr>
              <a:spcBef>
                <a:spcPts val="2800"/>
              </a:spcBef>
              <a:defRPr sz="1800" b="1">
                <a:solidFill>
                  <a:srgbClr val="F97316"/>
                </a:solidFill>
              </a:defRPr>
            </a:pPr>
            <a:r>
              <a:t>Thank you! We welcome questions and feedback from our instructor and peers.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1420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Hasin Anzum Inan</cp:lastModifiedBy>
  <cp:revision>2</cp:revision>
  <dcterms:created xsi:type="dcterms:W3CDTF">2013-01-27T09:14:16Z</dcterms:created>
  <dcterms:modified xsi:type="dcterms:W3CDTF">2026-10-11T20:46:30Z</dcterms:modified>
  <cp:category/>
</cp:coreProperties>
</file>